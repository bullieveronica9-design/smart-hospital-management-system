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7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6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3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5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5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9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6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9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02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39382-BB48-4DF8-B562-55706B2AC3F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43333-81CE-4B6C-AFA7-0974F7813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0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16235"/>
              </p:ext>
            </p:extLst>
          </p:nvPr>
        </p:nvGraphicFramePr>
        <p:xfrm>
          <a:off x="506186" y="1094014"/>
          <a:ext cx="9437914" cy="274320"/>
        </p:xfrm>
        <a:graphic>
          <a:graphicData uri="http://schemas.openxmlformats.org/drawingml/2006/table">
            <a:tbl>
              <a:tblPr/>
              <a:tblGrid>
                <a:gridCol w="9437914">
                  <a:extLst>
                    <a:ext uri="{9D8B030D-6E8A-4147-A177-3AD203B41FA5}">
                      <a16:colId xmlns:a16="http://schemas.microsoft.com/office/drawing/2014/main" val="3890268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Activity                                         Week 3     Week 4    Week 5      </a:t>
                      </a:r>
                      <a:r>
                        <a:rPr lang="en-US" sz="1200" b="1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Week 6</a:t>
                      </a:r>
                      <a:r>
                        <a:rPr lang="en-US" sz="1200" b="1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Week 9          Week 10               Week 11       </a:t>
                      </a:r>
                      <a:endParaRPr lang="en-US" sz="1200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01171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698984"/>
              </p:ext>
            </p:extLst>
          </p:nvPr>
        </p:nvGraphicFramePr>
        <p:xfrm>
          <a:off x="567558" y="1461407"/>
          <a:ext cx="9376541" cy="6126480"/>
        </p:xfrm>
        <a:graphic>
          <a:graphicData uri="http://schemas.openxmlformats.org/drawingml/2006/table">
            <a:tbl>
              <a:tblPr bandRow="1"/>
              <a:tblGrid>
                <a:gridCol w="9376541">
                  <a:extLst>
                    <a:ext uri="{9D8B030D-6E8A-4147-A177-3AD203B41FA5}">
                      <a16:colId xmlns:a16="http://schemas.microsoft.com/office/drawing/2014/main" val="759704417"/>
                    </a:ext>
                  </a:extLst>
                </a:gridCol>
              </a:tblGrid>
              <a:tr h="530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Requirements Analysis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</a:t>
                      </a:r>
                      <a:r>
                        <a:rPr lang="en-US" sz="1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</a:t>
                      </a:r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SDG Selection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System Architecture Design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       </a:t>
                      </a:r>
                      <a:endParaRPr lang="en-US" sz="1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Documentation</a:t>
                      </a: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  <a:p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  <a:p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License                      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</a:t>
                      </a:r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UI/UX  Design In </a:t>
                      </a:r>
                      <a:r>
                        <a:rPr lang="en-US" sz="1800" dirty="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Figma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</a:t>
                      </a:r>
                      <a:r>
                        <a:rPr lang="en-US" sz="1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</a:t>
                      </a:r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                   </a:t>
                      </a:r>
                      <a:r>
                        <a:rPr lang="en-US" sz="1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</a:t>
                      </a:r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Github</a:t>
                      </a:r>
                      <a:r>
                        <a:rPr lang="en-US" sz="180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Repository  Setup                      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endParaRPr lang="en-US" sz="1800" baseline="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                                          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Network Diagram                                                    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                                     </a:t>
                      </a:r>
                      <a:r>
                        <a:rPr lang="en-US" sz="1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</a:t>
                      </a:r>
                      <a:endParaRPr lang="en-US" sz="1800" baseline="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                                                                </a:t>
                      </a:r>
                      <a:r>
                        <a:rPr lang="en-US" sz="18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</a:t>
                      </a:r>
                      <a:endParaRPr lang="en-US" sz="1800" baseline="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Gantt </a:t>
                      </a:r>
                      <a:r>
                        <a:rPr lang="en-US" sz="18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Diagram                                                        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endParaRPr lang="en-US" sz="1800" baseline="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Presentation  Preparation                                                                                   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███</a:t>
                      </a:r>
                      <a:r>
                        <a:rPr lang="en-US" sz="1800" baseline="0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                                                                                                                                                                                           </a:t>
                      </a:r>
                      <a:endParaRPr lang="en-US" sz="18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1800" dirty="0" smtClean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9644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332688"/>
              </p:ext>
            </p:extLst>
          </p:nvPr>
        </p:nvGraphicFramePr>
        <p:xfrm>
          <a:off x="3273879" y="204107"/>
          <a:ext cx="2539092" cy="881743"/>
        </p:xfrm>
        <a:graphic>
          <a:graphicData uri="http://schemas.openxmlformats.org/drawingml/2006/table">
            <a:tbl>
              <a:tblPr/>
              <a:tblGrid>
                <a:gridCol w="2539092">
                  <a:extLst>
                    <a:ext uri="{9D8B030D-6E8A-4147-A177-3AD203B41FA5}">
                      <a16:colId xmlns:a16="http://schemas.microsoft.com/office/drawing/2014/main" val="1914946178"/>
                    </a:ext>
                  </a:extLst>
                </a:gridCol>
              </a:tblGrid>
              <a:tr h="881743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Gantt  Chart</a:t>
                      </a:r>
                      <a:endParaRPr lang="en-US" b="1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659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462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56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Tahoma</vt:lpstr>
      <vt:lpstr>Office Theme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LDS Gathering ICT</dc:creator>
  <cp:lastModifiedBy>LDS Gathering ICT</cp:lastModifiedBy>
  <cp:revision>12</cp:revision>
  <dcterms:created xsi:type="dcterms:W3CDTF">2026-06-08T15:50:57Z</dcterms:created>
  <dcterms:modified xsi:type="dcterms:W3CDTF">2026-06-24T10:21:01Z</dcterms:modified>
</cp:coreProperties>
</file>